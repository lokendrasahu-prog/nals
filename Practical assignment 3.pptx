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33EA-336C-E2A3-EE51-F01C0A39D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CB296-8312-0B46-91AE-62A7F4881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20081-5060-4877-7F2E-52A5BBCA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0710B-0194-AA61-84C8-ECE49986D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DC07-D398-43FA-6CCA-535E7B2D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8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A7E2D-3275-CC6C-334B-0DF8A11B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B3F5-1CBE-570A-6E40-476328E67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53BAE-6021-4B71-A7E6-CCB2DDFF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72126-671E-357A-B119-0A334FB4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A5D36-0B5D-3F79-C936-B82EBBD6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6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42BE-DDF4-2E90-71AA-5BE6E7160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D45C5-12F7-D09A-B63B-F59A1A9CF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24FA4-599B-C526-2242-A3FCE6C1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B656F-DA39-362E-2D32-736EF7D7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27F43-238A-8E38-4418-305A1FAC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3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6A7C-A89A-8704-9296-5124D855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0AFA8-8D4B-E76D-7264-66F93292B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BA476-3F13-DDBB-80A0-BD39CA70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4CE00-73B8-9B8D-3508-E16BF8D5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ACC19-0ECB-E066-243D-7384526F1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C4C0D-2F05-613D-F5E2-D5909ABC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19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D848-3407-F4DF-BCC2-EF2CE290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BDD21-FBD8-4484-FF39-2951F362B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6F05B-5247-1C23-8844-0E1198469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0B84F-0D57-C716-2B99-0F2CE8913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8BA3E-8802-02C5-7E59-C90782572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9ED73-21F8-B61A-BDE0-0E880760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6E995-8257-9B03-688B-4355D719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879E9-405D-A7F5-8202-3AE7B2B3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1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072D9-B905-73BF-6ECC-8D702122D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03C3D-66C1-B7DC-9779-254AAFCE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2B486-32B8-216F-6955-634AAE0E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E330A-F9B7-6364-682F-14800893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5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2FA93-659F-E299-083D-9A54346D5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C7FB7-75D7-6FCC-299C-7D00F41E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F0711-DE79-A092-AC3E-9D5E58BC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5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C5F0-4B69-D5B0-3AB1-243BB5894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8C1A6-4B90-B794-F7E1-D3DE74758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D357E-7AED-2146-0DA9-F941D0D5F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252C0-CD36-1DF5-3EC5-27E445293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91219-602A-DAFA-18F8-F1044FB6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10501-5B8A-C56E-B81D-8AB23F8B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2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1BBB-D0F3-A454-BE79-1DB88C05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C474A-C65A-71A7-4412-DA43783FF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6B29D-1388-B873-D029-D88B3499E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3C5DE-5D2C-4E61-B32F-1AD45F52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6D763-8B3C-4188-6176-B11961DB9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D2C73-2F6B-F921-1799-37F062C0C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5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F82-3A0B-7773-B5FF-39FCBB0C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03F0C-D604-7481-8AF8-BD779C9CE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023DC-9C00-5505-F6FE-8DB1B012B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B3AAD-3E2E-95AA-71A8-CBEBADBA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C82E7-9AE8-11CB-6CA8-5BAE169B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48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3B4222-E5ED-6D10-6780-5A73CAF0A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007C-83F5-BD07-DF10-B4C7F94F6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59F0C-79DD-0D0D-D968-1E98C6F7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2500B-108C-0A19-F244-269FF8CFD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7A6D8-0387-A79E-12CF-FD97D19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3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8B37CA-E51F-D1C4-ADF7-C5D34E35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587F5-EDA0-5BA6-7D17-C48A23A89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B12F2-C6B0-1031-732D-B1789811A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D8539-9E44-4252-899B-834912CB3E5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4094A-E0FE-89C6-6B48-CEDF629E0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B424E-CB61-0131-4224-2FD3867C5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78830-3941-43C2-91F9-87667171B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5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D22E-773F-CA1D-9000-49C1B9555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D7761-0176-2DC3-1B0F-9FC81FEDD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F9B70-00CE-E08D-28EA-A8AC77E3C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519" y="0"/>
            <a:ext cx="93033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71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Lokendra Sahu</dc:creator>
  <cp:lastModifiedBy>Lokendra Sahu</cp:lastModifiedBy>
  <cp:revision>1</cp:revision>
  <dcterms:created xsi:type="dcterms:W3CDTF">2026-01-03T13:41:16Z</dcterms:created>
  <dcterms:modified xsi:type="dcterms:W3CDTF">2026-01-03T13:41:43Z</dcterms:modified>
</cp:coreProperties>
</file>